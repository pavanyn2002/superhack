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Poppins Medium" panose="00000600000000000000" pitchFamily="2" charset="0"/>
      <p:regular r:id="rId18"/>
      <p:bold r:id="rId19"/>
      <p:italic r:id="rId20"/>
      <p:boldItalic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61872-00C4-425D-A4D4-BB7A59E802DE}" v="58" dt="2025-11-01T17:24:55.673"/>
    <p1510:client id="{B70810F8-BC36-404B-9A79-0E7AD3F080E9}" v="3" dt="2025-11-02T14:00:32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Y N" userId="60ea103f7de6b8e7" providerId="LiveId" clId="{7A23084A-5A3A-42F4-A975-EC2CA4E6BA54}"/>
    <pc:docChg chg="undo custSel modSld">
      <pc:chgData name="PAVAN Y N" userId="60ea103f7de6b8e7" providerId="LiveId" clId="{7A23084A-5A3A-42F4-A975-EC2CA4E6BA54}" dt="2025-11-02T14:03:14.573" v="492" actId="20577"/>
      <pc:docMkLst>
        <pc:docMk/>
      </pc:docMkLst>
      <pc:sldChg chg="modSp mod">
        <pc:chgData name="PAVAN Y N" userId="60ea103f7de6b8e7" providerId="LiveId" clId="{7A23084A-5A3A-42F4-A975-EC2CA4E6BA54}" dt="2025-11-01T16:47:48.315" v="79" actId="255"/>
        <pc:sldMkLst>
          <pc:docMk/>
          <pc:sldMk cId="0" sldId="256"/>
        </pc:sldMkLst>
        <pc:spChg chg="mod">
          <ac:chgData name="PAVAN Y N" userId="60ea103f7de6b8e7" providerId="LiveId" clId="{7A23084A-5A3A-42F4-A975-EC2CA4E6BA54}" dt="2025-11-01T16:46:40.465" v="45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PAVAN Y N" userId="60ea103f7de6b8e7" providerId="LiveId" clId="{7A23084A-5A3A-42F4-A975-EC2CA4E6BA54}" dt="2025-11-01T16:47:48.315" v="79" actId="255"/>
          <ac:spMkLst>
            <pc:docMk/>
            <pc:sldMk cId="0" sldId="256"/>
            <ac:spMk id="57" creationId="{00000000-0000-0000-0000-000000000000}"/>
          </ac:spMkLst>
        </pc:spChg>
        <pc:spChg chg="mod">
          <ac:chgData name="PAVAN Y N" userId="60ea103f7de6b8e7" providerId="LiveId" clId="{7A23084A-5A3A-42F4-A975-EC2CA4E6BA54}" dt="2025-11-01T16:46:47.689" v="65" actId="20577"/>
          <ac:spMkLst>
            <pc:docMk/>
            <pc:sldMk cId="0" sldId="256"/>
            <ac:spMk id="58" creationId="{00000000-0000-0000-0000-000000000000}"/>
          </ac:spMkLst>
        </pc:spChg>
      </pc:sldChg>
      <pc:sldChg chg="addSp delSp modSp mod">
        <pc:chgData name="PAVAN Y N" userId="60ea103f7de6b8e7" providerId="LiveId" clId="{7A23084A-5A3A-42F4-A975-EC2CA4E6BA54}" dt="2025-11-01T16:52:19.288" v="110" actId="20577"/>
        <pc:sldMkLst>
          <pc:docMk/>
          <pc:sldMk cId="0" sldId="257"/>
        </pc:sldMkLst>
        <pc:spChg chg="add">
          <ac:chgData name="PAVAN Y N" userId="60ea103f7de6b8e7" providerId="LiveId" clId="{7A23084A-5A3A-42F4-A975-EC2CA4E6BA54}" dt="2025-11-01T16:51:18.478" v="88"/>
          <ac:spMkLst>
            <pc:docMk/>
            <pc:sldMk cId="0" sldId="257"/>
            <ac:spMk id="2" creationId="{6C7DC2FC-4FDB-ECD7-65BA-0AB32C870110}"/>
          </ac:spMkLst>
        </pc:spChg>
        <pc:spChg chg="add del mod">
          <ac:chgData name="PAVAN Y N" userId="60ea103f7de6b8e7" providerId="LiveId" clId="{7A23084A-5A3A-42F4-A975-EC2CA4E6BA54}" dt="2025-11-01T16:52:18.154" v="108" actId="20577"/>
          <ac:spMkLst>
            <pc:docMk/>
            <pc:sldMk cId="0" sldId="257"/>
            <ac:spMk id="3" creationId="{D4937FB2-8C53-BC74-AB34-1BECA8C385B9}"/>
          </ac:spMkLst>
        </pc:spChg>
        <pc:spChg chg="add">
          <ac:chgData name="PAVAN Y N" userId="60ea103f7de6b8e7" providerId="LiveId" clId="{7A23084A-5A3A-42F4-A975-EC2CA4E6BA54}" dt="2025-11-01T16:51:31.718" v="95"/>
          <ac:spMkLst>
            <pc:docMk/>
            <pc:sldMk cId="0" sldId="257"/>
            <ac:spMk id="4" creationId="{EF2283E1-BE0A-96E7-D83C-3F28A3606932}"/>
          </ac:spMkLst>
        </pc:spChg>
        <pc:spChg chg="add mod">
          <ac:chgData name="PAVAN Y N" userId="60ea103f7de6b8e7" providerId="LiveId" clId="{7A23084A-5A3A-42F4-A975-EC2CA4E6BA54}" dt="2025-11-01T16:52:16.465" v="105" actId="20577"/>
          <ac:spMkLst>
            <pc:docMk/>
            <pc:sldMk cId="0" sldId="257"/>
            <ac:spMk id="5" creationId="{CCB20629-2083-9428-4A02-73B0541143E2}"/>
          </ac:spMkLst>
        </pc:spChg>
        <pc:spChg chg="add">
          <ac:chgData name="PAVAN Y N" userId="60ea103f7de6b8e7" providerId="LiveId" clId="{7A23084A-5A3A-42F4-A975-EC2CA4E6BA54}" dt="2025-11-01T16:52:04.365" v="103"/>
          <ac:spMkLst>
            <pc:docMk/>
            <pc:sldMk cId="0" sldId="257"/>
            <ac:spMk id="6" creationId="{492C9190-7059-C327-DDF8-D9FBF975C7EF}"/>
          </ac:spMkLst>
        </pc:spChg>
        <pc:spChg chg="mod">
          <ac:chgData name="PAVAN Y N" userId="60ea103f7de6b8e7" providerId="LiveId" clId="{7A23084A-5A3A-42F4-A975-EC2CA4E6BA54}" dt="2025-11-01T16:52:19.288" v="110" actId="20577"/>
          <ac:spMkLst>
            <pc:docMk/>
            <pc:sldMk cId="0" sldId="257"/>
            <ac:spMk id="64" creationId="{00000000-0000-0000-0000-000000000000}"/>
          </ac:spMkLst>
        </pc:spChg>
      </pc:sldChg>
      <pc:sldChg chg="modSp mod modNotes">
        <pc:chgData name="PAVAN Y N" userId="60ea103f7de6b8e7" providerId="LiveId" clId="{7A23084A-5A3A-42F4-A975-EC2CA4E6BA54}" dt="2025-11-02T13:59:53.637" v="315" actId="20577"/>
        <pc:sldMkLst>
          <pc:docMk/>
          <pc:sldMk cId="0" sldId="258"/>
        </pc:sldMkLst>
        <pc:spChg chg="mod">
          <ac:chgData name="PAVAN Y N" userId="60ea103f7de6b8e7" providerId="LiveId" clId="{7A23084A-5A3A-42F4-A975-EC2CA4E6BA54}" dt="2025-11-02T13:59:53.637" v="315" actId="20577"/>
          <ac:spMkLst>
            <pc:docMk/>
            <pc:sldMk cId="0" sldId="258"/>
            <ac:spMk id="70" creationId="{00000000-0000-0000-0000-000000000000}"/>
          </ac:spMkLst>
        </pc:spChg>
      </pc:sldChg>
      <pc:sldChg chg="modSp mod">
        <pc:chgData name="PAVAN Y N" userId="60ea103f7de6b8e7" providerId="LiveId" clId="{7A23084A-5A3A-42F4-A975-EC2CA4E6BA54}" dt="2025-11-01T17:03:45.166" v="219" actId="255"/>
        <pc:sldMkLst>
          <pc:docMk/>
          <pc:sldMk cId="0" sldId="259"/>
        </pc:sldMkLst>
        <pc:spChg chg="mod">
          <ac:chgData name="PAVAN Y N" userId="60ea103f7de6b8e7" providerId="LiveId" clId="{7A23084A-5A3A-42F4-A975-EC2CA4E6BA54}" dt="2025-11-01T17:03:45.166" v="219" actId="255"/>
          <ac:spMkLst>
            <pc:docMk/>
            <pc:sldMk cId="0" sldId="259"/>
            <ac:spMk id="76" creationId="{00000000-0000-0000-0000-000000000000}"/>
          </ac:spMkLst>
        </pc:spChg>
      </pc:sldChg>
      <pc:sldChg chg="addSp delSp modSp mod modNotes">
        <pc:chgData name="PAVAN Y N" userId="60ea103f7de6b8e7" providerId="LiveId" clId="{7A23084A-5A3A-42F4-A975-EC2CA4E6BA54}" dt="2025-11-01T17:11:13.962" v="247" actId="14100"/>
        <pc:sldMkLst>
          <pc:docMk/>
          <pc:sldMk cId="0" sldId="260"/>
        </pc:sldMkLst>
        <pc:spChg chg="add del mod">
          <ac:chgData name="PAVAN Y N" userId="60ea103f7de6b8e7" providerId="LiveId" clId="{7A23084A-5A3A-42F4-A975-EC2CA4E6BA54}" dt="2025-11-01T17:11:13.962" v="247" actId="14100"/>
          <ac:spMkLst>
            <pc:docMk/>
            <pc:sldMk cId="0" sldId="260"/>
            <ac:spMk id="82" creationId="{00000000-0000-0000-0000-000000000000}"/>
          </ac:spMkLst>
        </pc:spChg>
        <pc:picChg chg="add del mod">
          <ac:chgData name="PAVAN Y N" userId="60ea103f7de6b8e7" providerId="LiveId" clId="{7A23084A-5A3A-42F4-A975-EC2CA4E6BA54}" dt="2025-11-01T17:07:51.860" v="226" actId="14100"/>
          <ac:picMkLst>
            <pc:docMk/>
            <pc:sldMk cId="0" sldId="260"/>
            <ac:picMk id="2050" creationId="{D5029CDC-82D5-3D56-3F94-62971D8AE094}"/>
          </ac:picMkLst>
        </pc:picChg>
        <pc:picChg chg="add del mod">
          <ac:chgData name="PAVAN Y N" userId="60ea103f7de6b8e7" providerId="LiveId" clId="{7A23084A-5A3A-42F4-A975-EC2CA4E6BA54}" dt="2025-11-01T17:09:26.657" v="239" actId="478"/>
          <ac:picMkLst>
            <pc:docMk/>
            <pc:sldMk cId="0" sldId="260"/>
            <ac:picMk id="2052" creationId="{819A9C61-D573-F93E-C975-CE252EF40844}"/>
          </ac:picMkLst>
        </pc:picChg>
        <pc:picChg chg="add mod">
          <ac:chgData name="PAVAN Y N" userId="60ea103f7de6b8e7" providerId="LiveId" clId="{7A23084A-5A3A-42F4-A975-EC2CA4E6BA54}" dt="2025-11-01T17:09:35.958" v="242" actId="1076"/>
          <ac:picMkLst>
            <pc:docMk/>
            <pc:sldMk cId="0" sldId="260"/>
            <ac:picMk id="2054" creationId="{3486E46D-BA35-07C6-01A3-391F375A5F2A}"/>
          </ac:picMkLst>
        </pc:picChg>
        <pc:picChg chg="add mod">
          <ac:chgData name="PAVAN Y N" userId="60ea103f7de6b8e7" providerId="LiveId" clId="{7A23084A-5A3A-42F4-A975-EC2CA4E6BA54}" dt="2025-11-01T17:11:13.962" v="247" actId="14100"/>
          <ac:picMkLst>
            <pc:docMk/>
            <pc:sldMk cId="0" sldId="260"/>
            <ac:picMk id="2056" creationId="{6EE2BAC2-AD7C-92E2-35B8-D4777BEE191B}"/>
          </ac:picMkLst>
        </pc:picChg>
      </pc:sldChg>
      <pc:sldChg chg="addSp modSp mod">
        <pc:chgData name="PAVAN Y N" userId="60ea103f7de6b8e7" providerId="LiveId" clId="{7A23084A-5A3A-42F4-A975-EC2CA4E6BA54}" dt="2025-11-01T19:26:14.087" v="305" actId="14100"/>
        <pc:sldMkLst>
          <pc:docMk/>
          <pc:sldMk cId="0" sldId="261"/>
        </pc:sldMkLst>
        <pc:picChg chg="add mod">
          <ac:chgData name="PAVAN Y N" userId="60ea103f7de6b8e7" providerId="LiveId" clId="{7A23084A-5A3A-42F4-A975-EC2CA4E6BA54}" dt="2025-11-01T19:26:14.087" v="305" actId="14100"/>
          <ac:picMkLst>
            <pc:docMk/>
            <pc:sldMk cId="0" sldId="261"/>
            <ac:picMk id="3" creationId="{FAAC8262-F999-F397-E721-FECAC841ECCF}"/>
          </ac:picMkLst>
        </pc:picChg>
      </pc:sldChg>
      <pc:sldChg chg="addSp delSp modSp mod">
        <pc:chgData name="PAVAN Y N" userId="60ea103f7de6b8e7" providerId="LiveId" clId="{7A23084A-5A3A-42F4-A975-EC2CA4E6BA54}" dt="2025-11-01T17:21:21.813" v="253"/>
        <pc:sldMkLst>
          <pc:docMk/>
          <pc:sldMk cId="0" sldId="262"/>
        </pc:sldMkLst>
        <pc:spChg chg="del mod">
          <ac:chgData name="PAVAN Y N" userId="60ea103f7de6b8e7" providerId="LiveId" clId="{7A23084A-5A3A-42F4-A975-EC2CA4E6BA54}" dt="2025-11-01T17:14:08.887" v="251" actId="478"/>
          <ac:spMkLst>
            <pc:docMk/>
            <pc:sldMk cId="0" sldId="262"/>
            <ac:spMk id="94" creationId="{00000000-0000-0000-0000-000000000000}"/>
          </ac:spMkLst>
        </pc:spChg>
        <pc:picChg chg="add del mod">
          <ac:chgData name="PAVAN Y N" userId="60ea103f7de6b8e7" providerId="LiveId" clId="{7A23084A-5A3A-42F4-A975-EC2CA4E6BA54}" dt="2025-11-01T17:14:08.887" v="251" actId="478"/>
          <ac:picMkLst>
            <pc:docMk/>
            <pc:sldMk cId="0" sldId="262"/>
            <ac:picMk id="3074" creationId="{98B3DF99-8769-CD33-293F-C0A15309E78C}"/>
          </ac:picMkLst>
        </pc:picChg>
        <pc:picChg chg="add">
          <ac:chgData name="PAVAN Y N" userId="60ea103f7de6b8e7" providerId="LiveId" clId="{7A23084A-5A3A-42F4-A975-EC2CA4E6BA54}" dt="2025-11-01T17:14:09.987" v="252"/>
          <ac:picMkLst>
            <pc:docMk/>
            <pc:sldMk cId="0" sldId="262"/>
            <ac:picMk id="3076" creationId="{EE1E309C-7AC6-572F-15CE-DC90AA62FC41}"/>
          </ac:picMkLst>
        </pc:picChg>
        <pc:picChg chg="add">
          <ac:chgData name="PAVAN Y N" userId="60ea103f7de6b8e7" providerId="LiveId" clId="{7A23084A-5A3A-42F4-A975-EC2CA4E6BA54}" dt="2025-11-01T17:21:21.813" v="253"/>
          <ac:picMkLst>
            <pc:docMk/>
            <pc:sldMk cId="0" sldId="262"/>
            <ac:picMk id="3078" creationId="{B946C5CC-8AE1-3CC5-0AED-D1B4163CAA9E}"/>
          </ac:picMkLst>
        </pc:picChg>
      </pc:sldChg>
      <pc:sldChg chg="modSp mod">
        <pc:chgData name="PAVAN Y N" userId="60ea103f7de6b8e7" providerId="LiveId" clId="{7A23084A-5A3A-42F4-A975-EC2CA4E6BA54}" dt="2025-11-02T14:00:44.718" v="322" actId="20577"/>
        <pc:sldMkLst>
          <pc:docMk/>
          <pc:sldMk cId="0" sldId="263"/>
        </pc:sldMkLst>
        <pc:spChg chg="mod">
          <ac:chgData name="PAVAN Y N" userId="60ea103f7de6b8e7" providerId="LiveId" clId="{7A23084A-5A3A-42F4-A975-EC2CA4E6BA54}" dt="2025-11-02T14:00:44.718" v="322" actId="20577"/>
          <ac:spMkLst>
            <pc:docMk/>
            <pc:sldMk cId="0" sldId="263"/>
            <ac:spMk id="100" creationId="{00000000-0000-0000-0000-000000000000}"/>
          </ac:spMkLst>
        </pc:spChg>
      </pc:sldChg>
      <pc:sldChg chg="addSp delSp modSp mod">
        <pc:chgData name="PAVAN Y N" userId="60ea103f7de6b8e7" providerId="LiveId" clId="{7A23084A-5A3A-42F4-A975-EC2CA4E6BA54}" dt="2025-11-02T14:02:30.605" v="326" actId="21"/>
        <pc:sldMkLst>
          <pc:docMk/>
          <pc:sldMk cId="0" sldId="266"/>
        </pc:sldMkLst>
        <pc:spChg chg="mod">
          <ac:chgData name="PAVAN Y N" userId="60ea103f7de6b8e7" providerId="LiveId" clId="{7A23084A-5A3A-42F4-A975-EC2CA4E6BA54}" dt="2025-11-01T17:24:48.881" v="263" actId="21"/>
          <ac:spMkLst>
            <pc:docMk/>
            <pc:sldMk cId="0" sldId="266"/>
            <ac:spMk id="118" creationId="{00000000-0000-0000-0000-000000000000}"/>
          </ac:spMkLst>
        </pc:spChg>
        <pc:picChg chg="add del mod">
          <ac:chgData name="PAVAN Y N" userId="60ea103f7de6b8e7" providerId="LiveId" clId="{7A23084A-5A3A-42F4-A975-EC2CA4E6BA54}" dt="2025-11-02T14:02:30.605" v="326" actId="21"/>
          <ac:picMkLst>
            <pc:docMk/>
            <pc:sldMk cId="0" sldId="266"/>
            <ac:picMk id="3" creationId="{634A4179-AB7A-0E10-B308-F6E59D243547}"/>
          </ac:picMkLst>
        </pc:picChg>
      </pc:sldChg>
      <pc:sldChg chg="modSp mod">
        <pc:chgData name="PAVAN Y N" userId="60ea103f7de6b8e7" providerId="LiveId" clId="{7A23084A-5A3A-42F4-A975-EC2CA4E6BA54}" dt="2025-11-02T14:03:14.573" v="492" actId="20577"/>
        <pc:sldMkLst>
          <pc:docMk/>
          <pc:sldMk cId="0" sldId="267"/>
        </pc:sldMkLst>
        <pc:spChg chg="mod">
          <ac:chgData name="PAVAN Y N" userId="60ea103f7de6b8e7" providerId="LiveId" clId="{7A23084A-5A3A-42F4-A975-EC2CA4E6BA54}" dt="2025-11-02T14:03:14.573" v="492" actId="20577"/>
          <ac:spMkLst>
            <pc:docMk/>
            <pc:sldMk cId="0" sldId="267"/>
            <ac:spMk id="124" creationId="{00000000-0000-0000-0000-000000000000}"/>
          </ac:spMkLst>
        </pc:spChg>
      </pc:sldChg>
      <pc:sldChg chg="modSp mod">
        <pc:chgData name="PAVAN Y N" userId="60ea103f7de6b8e7" providerId="LiveId" clId="{7A23084A-5A3A-42F4-A975-EC2CA4E6BA54}" dt="2025-11-02T12:57:28.209" v="311" actId="20577"/>
        <pc:sldMkLst>
          <pc:docMk/>
          <pc:sldMk cId="0" sldId="268"/>
        </pc:sldMkLst>
        <pc:spChg chg="mod">
          <ac:chgData name="PAVAN Y N" userId="60ea103f7de6b8e7" providerId="LiveId" clId="{7A23084A-5A3A-42F4-A975-EC2CA4E6BA54}" dt="2025-11-02T12:57:28.209" v="311" actId="20577"/>
          <ac:spMkLst>
            <pc:docMk/>
            <pc:sldMk cId="0" sldId="268"/>
            <ac:spMk id="1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2b7494ca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2b7494ca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b7494ca5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2b7494ca5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b7494ca5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b7494ca5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b7494ca5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b7494ca5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b7494ca5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2b7494ca5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2b7494ca5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2b7494ca5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b7494ca5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b7494ca5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b7494ca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2b7494ca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cf40a7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9cf40a7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9cf40a7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9cf40a7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9cf40a7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9cf40a7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cf40a79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9cf40a79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9cf40a79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9cf40a79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c190bc4ce7_0_1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2c190bc4ce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Frame 1397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294675" y="32860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Name : Tech wanderers </a:t>
            </a:r>
            <a:endParaRPr sz="1700" dirty="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328730" y="423593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r>
              <a:rPr lang="en-GB" sz="6400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: </a:t>
            </a:r>
            <a:r>
              <a:rPr lang="en-US" sz="6400" dirty="0"/>
              <a:t>Operational efficiency improvement for MSPs and IT Teams</a:t>
            </a:r>
          </a:p>
          <a:p>
            <a:br>
              <a:rPr lang="en-US" dirty="0"/>
            </a:br>
            <a:endParaRPr sz="1700" dirty="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10163" y="37608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Leader Name : Pavan Y N 	</a:t>
            </a:r>
            <a:endParaRPr sz="1700" dirty="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/>
        </p:nvSpPr>
        <p:spPr>
          <a:xfrm>
            <a:off x="311699" y="863550"/>
            <a:ext cx="8607857" cy="398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Brief about the Prototype:</a:t>
            </a:r>
          </a:p>
          <a:p>
            <a:r>
              <a:rPr lang="en-US" sz="1600" b="1" dirty="0"/>
              <a:t>AI-Powered MSP Operations Agent</a:t>
            </a:r>
            <a:endParaRPr lang="en-US" sz="1600" dirty="0"/>
          </a:p>
          <a:p>
            <a:r>
              <a:rPr lang="en-US" sz="1600" dirty="0"/>
              <a:t>This intelligent operations assistant automates key IT workflows—alert triage, patch management, and remediation—using a fully AWS-native, serverless architecture. It delivers real-time decisions and measurable efficiency improvements across your managed service operations.</a:t>
            </a:r>
          </a:p>
          <a:p>
            <a:r>
              <a:rPr lang="en-US" sz="1600" b="1" dirty="0"/>
              <a:t>What It Solves :</a:t>
            </a:r>
          </a:p>
          <a:p>
            <a:r>
              <a:rPr lang="en-US" sz="1600" b="1" dirty="0"/>
              <a:t>Simplifies alert management:</a:t>
            </a:r>
            <a:r>
              <a:rPr lang="en-US" sz="1600" dirty="0"/>
              <a:t> Converts noisy, repetitive alerts into clear, prioritized action lists that reflect real business impact—cutting alert fatigue and improving response time.</a:t>
            </a:r>
          </a:p>
          <a:p>
            <a:r>
              <a:rPr lang="en-US" sz="1600" b="1" dirty="0"/>
              <a:t>Streamlines patching:</a:t>
            </a:r>
            <a:r>
              <a:rPr lang="en-US" sz="1600" dirty="0"/>
              <a:t> Analyzes scattered patch data and automatically creates an AI-driven deployment plan that includes risk assessment, maintenance windows, and rollback options.</a:t>
            </a:r>
          </a:p>
          <a:p>
            <a:r>
              <a:rPr lang="en-US" sz="1600" b="1" dirty="0"/>
              <a:t>Accelerates remediation:</a:t>
            </a:r>
            <a:r>
              <a:rPr lang="en-US" sz="1600" dirty="0"/>
              <a:t> Generates production-ready remediation scripts on demand, ensuring faster, safer issue resolution with full auditability and traceability.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311700" y="954000"/>
            <a:ext cx="8520600" cy="400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Opportunity should be able to explain the following:</a:t>
            </a:r>
            <a:endParaRPr lang="en-GB" sz="1600" b="1" dirty="0">
              <a:solidFill>
                <a:schemeClr val="dk1"/>
              </a:solidFill>
              <a:latin typeface="Poppins Medium"/>
              <a:cs typeface="Poppins Medium"/>
              <a:sym typeface="Poppi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u="sng" dirty="0"/>
              <a:t>How does it make difference :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/>
              <a:t>Built as a real AWS native, serverless agent using Bedrock (</a:t>
            </a:r>
            <a:r>
              <a:rPr lang="en-US" sz="1600" dirty="0" err="1"/>
              <a:t>qwen</a:t>
            </a:r>
            <a:r>
              <a:rPr lang="en-US" sz="1600" dirty="0"/>
              <a:t>), Lambda, and API Gateway deployable, scalable, and production-ready from day one.</a:t>
            </a:r>
          </a:p>
          <a:p>
            <a:r>
              <a:rPr lang="en-US" sz="1600" dirty="0"/>
              <a:t>Goes beyond chatbots with structured JSON outputs for triage, patching, and remediation no manual cleanup or guesswork.</a:t>
            </a:r>
          </a:p>
          <a:p>
            <a:r>
              <a:rPr lang="en-US" sz="1600" dirty="0"/>
              <a:t>Delivers safe, auditable PowerShell fixes with rollback and validation for faster, reliable remediation.</a:t>
            </a:r>
          </a:p>
          <a:p>
            <a:r>
              <a:rPr lang="en-US" sz="1600" dirty="0"/>
              <a:t>Comes with live dashboards and logs in CloudWatch and DynamoDB to prove real results and compliance.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u="sng" dirty="0"/>
              <a:t>How does It Solve It : </a:t>
            </a:r>
          </a:p>
          <a:p>
            <a:endParaRPr lang="en-US" sz="1600" b="1" u="sng" dirty="0"/>
          </a:p>
          <a:p>
            <a:r>
              <a:rPr lang="en-US" sz="1600" dirty="0"/>
              <a:t>Alert fatigue: Groups and ranks alerts by business impact, saving triage time.</a:t>
            </a:r>
          </a:p>
          <a:p>
            <a:r>
              <a:rPr lang="en-US" sz="1600" dirty="0"/>
              <a:t>Patch chaos: Creates AI-driven patch plans with risks, windows, and rollbacks.</a:t>
            </a:r>
          </a:p>
          <a:p>
            <a:r>
              <a:rPr lang="en-US" sz="1600" dirty="0"/>
              <a:t>Slow fixes: Auto-builds tested scripts for quick, safe remediation.</a:t>
            </a:r>
          </a:p>
          <a:p>
            <a:r>
              <a:rPr lang="en-US" sz="1600" dirty="0"/>
              <a:t>Proof: Live metrics show uptime, speed, and efficiency gains.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u="sng" dirty="0"/>
              <a:t>Why It Stands Out :</a:t>
            </a:r>
          </a:p>
          <a:p>
            <a:endParaRPr lang="en-US" sz="1600" b="1" u="sng" dirty="0"/>
          </a:p>
          <a:p>
            <a:r>
              <a:rPr lang="en-US" sz="1600" dirty="0"/>
              <a:t>A production-first, low-cost AWS agent with measurable outcomes not just AI talk, but working, verifiable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/>
        </p:nvSpPr>
        <p:spPr>
          <a:xfrm>
            <a:off x="311700" y="884950"/>
            <a:ext cx="7486500" cy="3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 of features offered by the solution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800" dirty="0"/>
              <a:t>Intelligent Alert Triage &amp; Prioritization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800" dirty="0"/>
              <a:t>AI-Powered Patch Risk Assessment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800" dirty="0"/>
              <a:t>Real-Time Web Dashboard</a:t>
            </a:r>
          </a:p>
          <a:p>
            <a:pPr marL="342900" indent="-342900">
              <a:lnSpc>
                <a:spcPct val="115000"/>
              </a:lnSpc>
              <a:buFont typeface="Arial"/>
              <a:buAutoNum type="arabicPeriod"/>
            </a:pPr>
            <a:r>
              <a:rPr lang="en-US" sz="1800" dirty="0"/>
              <a:t>Automated Administrative Task Orchestration</a:t>
            </a:r>
          </a:p>
          <a:p>
            <a:pPr marL="342900" indent="-342900">
              <a:lnSpc>
                <a:spcPct val="115000"/>
              </a:lnSpc>
              <a:buFont typeface="Arial"/>
              <a:buAutoNum type="arabicPeriod"/>
            </a:pPr>
            <a:r>
              <a:rPr lang="en-US" sz="1800" dirty="0"/>
              <a:t>REST API for Universal Integration</a:t>
            </a:r>
          </a:p>
          <a:p>
            <a:pPr marL="342900" indent="-342900">
              <a:lnSpc>
                <a:spcPct val="115000"/>
              </a:lnSpc>
              <a:buFont typeface="Arial"/>
              <a:buAutoNum type="arabicPeriod"/>
            </a:pPr>
            <a:endParaRPr lang="en-US" sz="1800" dirty="0"/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lang="en-US" sz="1800" b="1" dirty="0"/>
          </a:p>
          <a:p>
            <a:pPr marL="342900" lvl="0" indent="-342900">
              <a:lnSpc>
                <a:spcPct val="115000"/>
              </a:lnSpc>
              <a:buAutoNum type="arabicPeriod"/>
            </a:pPr>
            <a:endParaRPr sz="18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/>
        </p:nvSpPr>
        <p:spPr>
          <a:xfrm>
            <a:off x="4434579" y="962198"/>
            <a:ext cx="4052482" cy="346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 dirty="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54" name="Picture 6" descr="PlantUML diagram">
            <a:extLst>
              <a:ext uri="{FF2B5EF4-FFF2-40B4-BE49-F238E27FC236}">
                <a16:creationId xmlns:a16="http://schemas.microsoft.com/office/drawing/2014/main" id="{3486E46D-BA35-07C6-01A3-391F375A5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64" y="962198"/>
            <a:ext cx="2751137" cy="3726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lantUML diagram">
            <a:extLst>
              <a:ext uri="{FF2B5EF4-FFF2-40B4-BE49-F238E27FC236}">
                <a16:creationId xmlns:a16="http://schemas.microsoft.com/office/drawing/2014/main" id="{6EE2BAC2-AD7C-92E2-35B8-D4777BEE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744" y="1784011"/>
            <a:ext cx="4231192" cy="222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Wireframes/Mock diagrams of the proposed solution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AC8262-F999-F397-E721-FECAC841E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9" y="1206119"/>
            <a:ext cx="7635240" cy="3554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Picture 6" descr="PlantUML diagram">
            <a:extLst>
              <a:ext uri="{FF2B5EF4-FFF2-40B4-BE49-F238E27FC236}">
                <a16:creationId xmlns:a16="http://schemas.microsoft.com/office/drawing/2014/main" id="{B946C5CC-8AE1-3CC5-0AED-D1B4163CA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4363"/>
            <a:ext cx="9144000" cy="391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1"/>
          <p:cNvSpPr txBox="1"/>
          <p:nvPr/>
        </p:nvSpPr>
        <p:spPr>
          <a:xfrm>
            <a:off x="311700" y="716275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Technologies to be used in the solution:</a:t>
            </a:r>
          </a:p>
          <a:p>
            <a:pPr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US" sz="1600" b="1" dirty="0"/>
              <a:t>Core Stack:</a:t>
            </a:r>
            <a:r>
              <a:rPr lang="en-US" sz="1600" dirty="0"/>
              <a:t> AWS Lambda (Python) for serverless logic, Amazon Bedrock (Qwen 3 32b) for AI reasoning, API Gateway for REST access, DynamoDB for session storage, CloudWatch for logs &amp; metrics, S3 for hosting the web dashboard, IAM for access control. </a:t>
            </a:r>
          </a:p>
          <a:p>
            <a:pPr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US" sz="1600" b="1" dirty="0"/>
              <a:t>Tech:</a:t>
            </a:r>
            <a:r>
              <a:rPr lang="en-US" sz="1600" dirty="0"/>
              <a:t> Python 3.11+, </a:t>
            </a:r>
            <a:r>
              <a:rPr lang="en-US" sz="1600" dirty="0" err="1"/>
              <a:t>Javascript</a:t>
            </a:r>
            <a:r>
              <a:rPr lang="en-US" sz="1600" dirty="0"/>
              <a:t>, HTML5, CSS3. </a:t>
            </a:r>
          </a:p>
          <a:p>
            <a:pPr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US" sz="1600" b="1" dirty="0"/>
              <a:t>AI Layer:</a:t>
            </a:r>
            <a:r>
              <a:rPr lang="en-US" sz="1600" dirty="0"/>
              <a:t> Qwen 3 via Bedrock handles alert triage, patch planning, and PowerShell generation using structured JSON prompts. </a:t>
            </a:r>
          </a:p>
          <a:p>
            <a:pPr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US" sz="1600" b="1" dirty="0"/>
              <a:t>Tools:</a:t>
            </a:r>
            <a:r>
              <a:rPr lang="en-US" sz="1600" dirty="0"/>
              <a:t> AWS CLI, boto3 SDK, Git/GitHub, </a:t>
            </a:r>
            <a:r>
              <a:rPr lang="en-US" sz="1600" dirty="0" err="1"/>
              <a:t>cURL</a:t>
            </a:r>
            <a:r>
              <a:rPr lang="en-US" sz="1600" dirty="0"/>
              <a:t> for testing. </a:t>
            </a:r>
            <a:endParaRPr lang="en-US" sz="16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endParaRPr sz="1600" i="0" u="none" strike="noStrike" cap="none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 txBox="1"/>
          <p:nvPr/>
        </p:nvSpPr>
        <p:spPr>
          <a:xfrm>
            <a:off x="311700" y="716275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Estimated implementation cost (optional):</a:t>
            </a:r>
            <a:endParaRPr sz="1600" i="0" u="none" strike="noStrike" cap="non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Snapshots of the prototype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Prototype Performance report/Benchmarking 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Additional Details/Future Development (if any)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 of now everything is in </a:t>
            </a:r>
            <a:r>
              <a:rPr lang="en-GB" sz="1600" dirty="0" err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json</a:t>
            </a: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format, the output and input. So in future integrating the solution with relevant applications is to be done.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GitHub &amp; Demo URL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endParaRPr lang="en-GB" sz="16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endParaRPr lang="en-GB" sz="16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endParaRPr lang="en-GB" sz="16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US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http://msp-agent-dashboard-pavan.s3-website-us-east-1.amazonaws.com/</a:t>
            </a:r>
            <a:endParaRPr sz="16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7" title="Frame 1396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7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Add as per the requirements for the hackathon:</a:t>
            </a:r>
            <a:endParaRPr sz="1600" i="0" u="none" strike="noStrike" cap="none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6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 title="Frame 1396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561</Words>
  <Application>Microsoft Office PowerPoint</Application>
  <PresentationFormat>On-screen Show (16:9)</PresentationFormat>
  <Paragraphs>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Proxima Nova</vt:lpstr>
      <vt:lpstr>Poppins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PAVAN Y N</cp:lastModifiedBy>
  <cp:revision>1</cp:revision>
  <dcterms:modified xsi:type="dcterms:W3CDTF">2025-11-02T14:03:19Z</dcterms:modified>
</cp:coreProperties>
</file>